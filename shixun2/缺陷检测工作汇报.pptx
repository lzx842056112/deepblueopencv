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61" r:id="rId7"/>
    <p:sldId id="262" r:id="rId8"/>
    <p:sldId id="264" r:id="rId9"/>
    <p:sldId id="278" r:id="rId10"/>
    <p:sldId id="268" r:id="rId11"/>
    <p:sldId id="279" r:id="rId12"/>
    <p:sldId id="272" r:id="rId13"/>
    <p:sldId id="280" r:id="rId14"/>
    <p:sldId id="275" r:id="rId15"/>
    <p:sldId id="281" r:id="rId16"/>
    <p:sldId id="277" r:id="rId17"/>
  </p:sldIdLst>
  <p:sldSz cx="12192000" cy="6858000"/>
  <p:notesSz cx="6858000" cy="12192000"/>
  <p:embeddedFontLst>
    <p:embeddedFont>
      <p:font typeface="MiSans" pitchFamily="34" charset="-122"/>
      <p:regular r:id="rId21"/>
    </p:embeddedFont>
    <p:embeddedFont>
      <p:font typeface="MiSans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等线" panose="02010600030101010101" charset="-122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345" y="1464310"/>
            <a:ext cx="7549515" cy="19075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缺陷检测工作汇报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74345" y="688975"/>
            <a:ext cx="1134999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824355" y="5798503"/>
            <a:ext cx="262001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汇报人：李宗效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058910" y="5798503"/>
            <a:ext cx="2535555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时间：2025/12/17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537210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5"/>
          <p:cNvSpPr/>
          <p:nvPr/>
        </p:nvSpPr>
        <p:spPr>
          <a:xfrm rot="5400000">
            <a:off x="537210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799465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 rot="5400000">
            <a:off x="799465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1061720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 rot="5400000">
            <a:off x="1061720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1323975" y="351409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 rot="5400000">
            <a:off x="1323975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5400000">
            <a:off x="53721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 rot="5400000">
            <a:off x="53721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5400000">
            <a:off x="95059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8" name="Text 15"/>
          <p:cNvSpPr/>
          <p:nvPr/>
        </p:nvSpPr>
        <p:spPr>
          <a:xfrm rot="5400000">
            <a:off x="95059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5400000">
            <a:off x="136398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 rot="5400000">
            <a:off x="136398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7210" y="6399530"/>
            <a:ext cx="1122807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 rot="5400000">
            <a:off x="771080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0"/>
          <p:cNvSpPr/>
          <p:nvPr/>
        </p:nvSpPr>
        <p:spPr>
          <a:xfrm rot="5400000">
            <a:off x="771080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 rot="5400000">
            <a:off x="812419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5" name="Text 22"/>
          <p:cNvSpPr/>
          <p:nvPr/>
        </p:nvSpPr>
        <p:spPr>
          <a:xfrm rot="5400000">
            <a:off x="812419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 rot="5400000">
            <a:off x="853757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7" name="Text 24"/>
          <p:cNvSpPr/>
          <p:nvPr/>
        </p:nvSpPr>
        <p:spPr>
          <a:xfrm rot="5400000">
            <a:off x="853757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t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667635" y="-2666365"/>
            <a:ext cx="6858000" cy="12191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3:05-d3l4jk8s8jdo4os5ekr0.jpe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2065" y="-1270"/>
            <a:ext cx="12192000" cy="6859270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3"/>
            </p:custDataLst>
          </p:nvPr>
        </p:nvSpPr>
        <p:spPr>
          <a:xfrm>
            <a:off x="7043420" y="46964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暗斑</a:t>
            </a: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缺陷</a:t>
            </a:r>
            <a:endParaRPr lang="zh-CN" altLang="en-US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2"/>
          <p:cNvSpPr/>
          <p:nvPr>
            <p:custDataLst>
              <p:tags r:id="rId4"/>
            </p:custDataLst>
          </p:nvPr>
        </p:nvSpPr>
        <p:spPr>
          <a:xfrm>
            <a:off x="7043420" y="38201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碎片缺陷</a:t>
            </a:r>
            <a:endParaRPr lang="zh-CN" altLang="en-US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7043420" y="29438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褐色斑点</a:t>
            </a: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缺陷</a:t>
            </a:r>
            <a:endParaRPr lang="zh-CN" altLang="en-US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7043420" y="20675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凹陷</a:t>
            </a: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缺陷</a:t>
            </a:r>
            <a:endParaRPr lang="zh-CN" altLang="en-US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7043420" y="11912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前景分割</a:t>
            </a:r>
            <a:endParaRPr lang="zh-CN" altLang="en-US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6058535" y="11912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6058535" y="20675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6058535" y="29438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6058535" y="38201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6058535" y="46964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6058535" y="55727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Text 13"/>
          <p:cNvSpPr/>
          <p:nvPr/>
        </p:nvSpPr>
        <p:spPr>
          <a:xfrm>
            <a:off x="396240" y="1991995"/>
            <a:ext cx="3239135" cy="16764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8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 rot="5400000">
            <a:off x="451485" y="628205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9" name="Text 15"/>
          <p:cNvSpPr/>
          <p:nvPr/>
        </p:nvSpPr>
        <p:spPr>
          <a:xfrm rot="5400000">
            <a:off x="451485" y="628205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 rot="5400000">
            <a:off x="713740" y="628205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1" name="Text 17"/>
          <p:cNvSpPr/>
          <p:nvPr/>
        </p:nvSpPr>
        <p:spPr>
          <a:xfrm rot="5400000">
            <a:off x="713740" y="628205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 rot="5400000">
            <a:off x="975995" y="628205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3" name="Text 19"/>
          <p:cNvSpPr/>
          <p:nvPr/>
        </p:nvSpPr>
        <p:spPr>
          <a:xfrm rot="5400000">
            <a:off x="975995" y="628205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 rot="5400000">
            <a:off x="1238250" y="628205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 rot="5400000">
            <a:off x="1238250" y="628205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 rot="5400000">
            <a:off x="10593705" y="314960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7" name="Text 23"/>
          <p:cNvSpPr/>
          <p:nvPr/>
        </p:nvSpPr>
        <p:spPr>
          <a:xfrm rot="5400000">
            <a:off x="10593705" y="314960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 rot="5400000">
            <a:off x="11007090" y="314960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9" name="Text 25"/>
          <p:cNvSpPr/>
          <p:nvPr/>
        </p:nvSpPr>
        <p:spPr>
          <a:xfrm rot="5400000">
            <a:off x="11007090" y="314960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 rot="5400000">
            <a:off x="11420475" y="314960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31" name="Text 27"/>
          <p:cNvSpPr/>
          <p:nvPr/>
        </p:nvSpPr>
        <p:spPr>
          <a:xfrm rot="5400000">
            <a:off x="11420475" y="314960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20395" y="3496310"/>
            <a:ext cx="4064000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756920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7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前景分割</a:t>
            </a:r>
            <a:endParaRPr lang="zh-CN" altLang="en-US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前景分割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前景分割方法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4345" y="1889125"/>
            <a:ext cx="7981315" cy="14979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先对原图缩放6%后，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定义前景矩形区域，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假设物体位于图像中心，排除边缘区域，</a:t>
            </a: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以中心60%宽、90%高区域为初始矩形，</a:t>
            </a: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执行GrabCut</a:t>
            </a:r>
            <a:endParaRPr lang="en-US" sz="16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3267710"/>
            <a:ext cx="10829290" cy="9963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756920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7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凹陷缺陷</a:t>
            </a:r>
            <a:endParaRPr lang="zh-CN" altLang="en-US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凹陷缺陷</a:t>
            </a:r>
            <a:endParaRPr lang="zh-CN" altLang="en-US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凹陷缺陷检测</a:t>
            </a: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4345" y="1889125"/>
            <a:ext cx="798131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检测蓝色区域，开闭运算平滑，找到蓝色区域的轮廓，过滤宽度太小的轮廓，在轮廓顶部5%区域操作，找到左右上角的点，并连成基准线，如果</a:t>
            </a: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轮廓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中</a:t>
            </a: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超过一半</a:t>
            </a: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的点在基准线的下面，那就认为是凹陷</a:t>
            </a:r>
            <a:endParaRPr 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3030855"/>
            <a:ext cx="6885940" cy="35153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756920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褐色斑点缺陷</a:t>
            </a:r>
            <a:endParaRPr lang="en-US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褐色斑点缺陷</a:t>
            </a:r>
            <a:endParaRPr lang="zh-CN" altLang="en-US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褐色斑点缺陷检测</a:t>
            </a: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4345" y="1889125"/>
            <a:ext cx="798131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褐色</a:t>
            </a: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区域，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先腐蚀后膨胀，去除噪声点，找到斑点轮廓，取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面积最大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的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55" y="2819400"/>
            <a:ext cx="5563235" cy="30181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756920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7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碎片缺陷</a:t>
            </a:r>
            <a:endParaRPr lang="zh-CN" altLang="en-US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碎片缺陷</a:t>
            </a:r>
            <a:endParaRPr lang="zh-CN" altLang="en-US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碎片缺陷检测</a:t>
            </a: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4345" y="1889125"/>
            <a:ext cx="798131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排除高亮的区域，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Canny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边缘检测，膨胀连接断开的边缘，闭运算，填充小孔洞，获取轮廓，排除细长条状物体，选择面积最大的候选轮廓，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但不能超过图像的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50%</a:t>
            </a:r>
            <a:endParaRPr lang="en-US" altLang="zh-CN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3345815"/>
            <a:ext cx="5349875" cy="31946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756920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7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暗斑</a:t>
            </a:r>
            <a:r>
              <a:rPr lang="zh-CN" altLang="en-US" sz="7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缺陷</a:t>
            </a:r>
            <a:endParaRPr lang="zh-CN" altLang="en-US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暗斑缺陷</a:t>
            </a:r>
            <a:endParaRPr lang="zh-CN" altLang="en-US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暗斑缺陷</a:t>
            </a: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4345" y="1889125"/>
            <a:ext cx="798131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腐蚀掩码，缩小前景区域，检测暗色区域，使用椭圆核进行膨胀，合并相邻的暗斑，获取轮廓，面积和宽高比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过滤，取面积最大的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" y="2936240"/>
            <a:ext cx="4674235" cy="34334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345" y="1276350"/>
            <a:ext cx="7549515" cy="20955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74345" y="688975"/>
            <a:ext cx="1134999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1824355" y="5798503"/>
            <a:ext cx="262001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李宗效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9058910" y="5798503"/>
            <a:ext cx="25355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时间：2025/12/17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537210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5"/>
          <p:cNvSpPr/>
          <p:nvPr/>
        </p:nvSpPr>
        <p:spPr>
          <a:xfrm rot="5400000">
            <a:off x="537210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799465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 rot="5400000">
            <a:off x="799465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1061720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 rot="5400000">
            <a:off x="1061720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1323975" y="351409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 rot="5400000">
            <a:off x="1323975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>
            <p:custDataLst>
              <p:tags r:id="rId4"/>
            </p:custDataLst>
          </p:nvPr>
        </p:nvSpPr>
        <p:spPr>
          <a:xfrm rot="5400000">
            <a:off x="53721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 rot="5400000">
            <a:off x="53721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>
            <p:custDataLst>
              <p:tags r:id="rId5"/>
            </p:custDataLst>
          </p:nvPr>
        </p:nvSpPr>
        <p:spPr>
          <a:xfrm rot="5400000">
            <a:off x="95059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8" name="Text 15"/>
          <p:cNvSpPr/>
          <p:nvPr/>
        </p:nvSpPr>
        <p:spPr>
          <a:xfrm rot="5400000">
            <a:off x="95059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>
            <p:custDataLst>
              <p:tags r:id="rId6"/>
            </p:custDataLst>
          </p:nvPr>
        </p:nvSpPr>
        <p:spPr>
          <a:xfrm rot="5400000">
            <a:off x="136398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 rot="5400000">
            <a:off x="136398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7210" y="6399530"/>
            <a:ext cx="1122807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>
            <p:custDataLst>
              <p:tags r:id="rId7"/>
            </p:custDataLst>
          </p:nvPr>
        </p:nvSpPr>
        <p:spPr>
          <a:xfrm rot="5400000">
            <a:off x="771080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0"/>
          <p:cNvSpPr/>
          <p:nvPr/>
        </p:nvSpPr>
        <p:spPr>
          <a:xfrm rot="5400000">
            <a:off x="771080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>
            <p:custDataLst>
              <p:tags r:id="rId8"/>
            </p:custDataLst>
          </p:nvPr>
        </p:nvSpPr>
        <p:spPr>
          <a:xfrm rot="5400000">
            <a:off x="812419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5" name="Text 22"/>
          <p:cNvSpPr/>
          <p:nvPr/>
        </p:nvSpPr>
        <p:spPr>
          <a:xfrm rot="5400000">
            <a:off x="812419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>
            <p:custDataLst>
              <p:tags r:id="rId9"/>
            </p:custDataLst>
          </p:nvPr>
        </p:nvSpPr>
        <p:spPr>
          <a:xfrm rot="5400000">
            <a:off x="853757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7" name="Text 24"/>
          <p:cNvSpPr/>
          <p:nvPr/>
        </p:nvSpPr>
        <p:spPr>
          <a:xfrm rot="5400000">
            <a:off x="853757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2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3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4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5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6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7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8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9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10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11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12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3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4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5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6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7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8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9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WPS 演示</Application>
  <PresentationFormat>On-screen Show (16:9)</PresentationFormat>
  <Paragraphs>86</Paragraphs>
  <Slides>13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AI视觉缺陷检测实战汇报</dc:title>
  <dc:creator>Kimi</dc:creator>
  <dc:subject>AI视觉缺陷检测实战汇报</dc:subject>
  <cp:lastModifiedBy>●ら任┊逍遥</cp:lastModifiedBy>
  <cp:revision>9</cp:revision>
  <dcterms:created xsi:type="dcterms:W3CDTF">2025-12-15T07:43:00Z</dcterms:created>
  <dcterms:modified xsi:type="dcterms:W3CDTF">2025-12-15T08:54:34Z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{"Label":"AI视觉缺陷检测实战汇报","ContentProducer":"001191110108MACG2KBH8F10000","ProduceID":"d4vrjnpkotd00jote7dg","ReservedCode1":"","ContentPropagator":"001191110108MACG2KBH8F20000","PropagateID":"d4vrjnpkotd00jote7dg","ReservedCode2":""}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A0815CDA196C416B91AA684AFDB32EFC_12</vt:lpwstr>
  </property>
</Properties>
</file>